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76" r:id="rId8"/>
  </p:sldIdLst>
  <p:sldSz cx="12192000" cy="6858000"/>
  <p:notesSz cx="6858000" cy="9144000"/>
  <p:embeddedFontLst>
    <p:embeddedFont>
      <p:font typeface="맑은 고딕" panose="020B0503020000020004" pitchFamily="50" charset="-127"/>
      <p:regular r:id="rId11"/>
      <p:bold r:id="rId12"/>
    </p:embeddedFont>
    <p:embeddedFont>
      <p:font typeface="페이퍼로지 1 Thin" pitchFamily="2" charset="-127"/>
      <p:regular r:id="rId13"/>
    </p:embeddedFont>
    <p:embeddedFont>
      <p:font typeface="페이퍼로지 3 Light" pitchFamily="2" charset="-127"/>
      <p:regular r:id="rId14"/>
    </p:embeddedFont>
    <p:embeddedFont>
      <p:font typeface="페이퍼로지 4 Regular" pitchFamily="2" charset="-127"/>
      <p:regular r:id="rId15"/>
    </p:embeddedFont>
    <p:embeddedFont>
      <p:font typeface="페이퍼로지 5 Medium" pitchFamily="2" charset="-127"/>
      <p:regular r:id="rId16"/>
    </p:embeddedFont>
    <p:embeddedFont>
      <p:font typeface="페이퍼로지 6 SemiBold" pitchFamily="2" charset="-127"/>
      <p:bold r:id="rId17"/>
    </p:embeddedFont>
    <p:embeddedFont>
      <p:font typeface="페이퍼로지 9 Black" pitchFamily="2" charset="-12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02" autoAdjust="0"/>
  </p:normalViewPr>
  <p:slideViewPr>
    <p:cSldViewPr snapToGrid="0">
      <p:cViewPr varScale="1">
        <p:scale>
          <a:sx n="135" d="100"/>
          <a:sy n="135" d="100"/>
        </p:scale>
        <p:origin x="12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497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80C7472-0635-896B-BDF3-2E7250414B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AB1A4-A35F-8D53-27E3-36ABD0E9B5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1C6FC-1C6C-44D7-8CE9-61CEE4344453}" type="datetimeFigureOut">
              <a:rPr lang="ko-KR" altLang="en-US" smtClean="0"/>
              <a:t>2024-10-09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3341C6-19A3-B002-E4BB-B631746416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ADCD54-5A8D-8F9A-3730-FC63693517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AC636-0D3B-44DA-989C-A942A9CFB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9009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ko-KR" sz="1800" b="0" strike="noStrike" spc="-1">
                <a:solidFill>
                  <a:srgbClr val="000000"/>
                </a:solidFill>
                <a:latin typeface="Arial"/>
              </a:rPr>
              <a:t>슬라이드를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ko-KR" sz="1800" b="0" strike="noStrike" spc="-1">
                <a:solidFill>
                  <a:srgbClr val="000000"/>
                </a:solidFill>
                <a:latin typeface="Arial"/>
              </a:rPr>
              <a:t>이동하려면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ko-KR" sz="1800" b="0" strike="noStrike" spc="-1">
                <a:solidFill>
                  <a:srgbClr val="000000"/>
                </a:solidFill>
                <a:latin typeface="Arial"/>
              </a:rPr>
              <a:t>클릭하십시오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ko-KR" sz="2000" b="0" strike="noStrike" spc="-1">
                <a:latin typeface="Noto Sans CJK KR"/>
              </a:rPr>
              <a:t>메모</a:t>
            </a:r>
            <a:r>
              <a:rPr lang="en-US" sz="2000" b="0" strike="noStrike" spc="-1">
                <a:latin typeface="Noto Sans CJK KR"/>
              </a:rPr>
              <a:t> </a:t>
            </a:r>
            <a:r>
              <a:rPr lang="ko-KR" sz="2000" b="0" strike="noStrike" spc="-1">
                <a:latin typeface="Noto Sans CJK KR"/>
              </a:rPr>
              <a:t>서식을</a:t>
            </a:r>
            <a:r>
              <a:rPr lang="en-US" sz="2000" b="0" strike="noStrike" spc="-1">
                <a:latin typeface="Noto Sans CJK KR"/>
              </a:rPr>
              <a:t> </a:t>
            </a:r>
            <a:r>
              <a:rPr lang="ko-KR" sz="2000" b="0" strike="noStrike" spc="-1">
                <a:latin typeface="Noto Sans CJK KR"/>
              </a:rPr>
              <a:t>편집하려면</a:t>
            </a:r>
            <a:r>
              <a:rPr lang="en-US" sz="2000" b="0" strike="noStrike" spc="-1">
                <a:latin typeface="Noto Sans CJK KR"/>
              </a:rPr>
              <a:t> </a:t>
            </a:r>
            <a:r>
              <a:rPr lang="ko-KR" sz="2000" b="0" strike="noStrike" spc="-1">
                <a:latin typeface="Noto Sans CJK KR"/>
              </a:rPr>
              <a:t>클릭하십시오</a:t>
            </a:r>
            <a:r>
              <a:rPr lang="en-US" sz="2000" b="0" strike="noStrike" spc="-1">
                <a:latin typeface="Noto Sans CJK KR"/>
              </a:rPr>
              <a:t>.</a:t>
            </a:r>
          </a:p>
        </p:txBody>
      </p:sp>
      <p:sp>
        <p:nvSpPr>
          <p:cNvPr id="1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Noto Serif CJK KR"/>
              </a:rPr>
              <a:t>&lt;머리글&gt;</a:t>
            </a:r>
          </a:p>
        </p:txBody>
      </p:sp>
      <p:sp>
        <p:nvSpPr>
          <p:cNvPr id="1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Noto Serif CJK KR"/>
              </a:rPr>
              <a:t>&lt;날짜/시간&gt;</a:t>
            </a:r>
          </a:p>
        </p:txBody>
      </p:sp>
      <p:sp>
        <p:nvSpPr>
          <p:cNvPr id="1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Noto Serif CJK KR"/>
              </a:rPr>
              <a:t>&lt;바닥글&gt;</a:t>
            </a:r>
          </a:p>
        </p:txBody>
      </p:sp>
      <p:sp>
        <p:nvSpPr>
          <p:cNvPr id="1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7371D30-4636-44DE-816E-4A4303E4249F}" type="slidenum">
              <a:rPr lang="en-US" sz="1400" b="0" strike="noStrike" spc="-1">
                <a:latin typeface="Noto Serif CJK KR"/>
              </a:rPr>
              <a:t>‹#›</a:t>
            </a:fld>
            <a:endParaRPr lang="en-US" sz="1400" b="0" strike="noStrike" spc="-1"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Noto Sans CJK KR"/>
            </a:endParaRPr>
          </a:p>
        </p:txBody>
      </p:sp>
      <p:sp>
        <p:nvSpPr>
          <p:cNvPr id="33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9841BD56-221B-4ACF-8535-864FBEE024C9}" type="slidenum">
              <a:rPr lang="en-US" sz="1200" b="0" strike="noStrike" spc="-1">
                <a:solidFill>
                  <a:srgbClr val="000000"/>
                </a:solidFill>
                <a:latin typeface="Noto Serif CJK KR"/>
                <a:ea typeface="+mn-ea"/>
              </a:rPr>
              <a:t>1</a:t>
            </a:fld>
            <a:endParaRPr lang="en-US" sz="1200" b="0" strike="noStrike" spc="-1">
              <a:latin typeface="Noto Sans CJK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Noto Sans CJK KR"/>
            </a:endParaRPr>
          </a:p>
        </p:txBody>
      </p:sp>
      <p:sp>
        <p:nvSpPr>
          <p:cNvPr id="341" name="TextShape 3"/>
          <p:cNvSpPr txBox="1"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fld id="{A90D8791-AFD0-47B9-B086-C4857EE41935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800" b="0" strike="noStrike" spc="-1">
              <a:latin typeface="Noto Serif CJK K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Noto Sans CJK KR"/>
            </a:endParaRPr>
          </a:p>
        </p:txBody>
      </p:sp>
      <p:sp>
        <p:nvSpPr>
          <p:cNvPr id="34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02050B2-ABCB-455D-80E6-0D500F74028D}" type="slidenum">
              <a:rPr lang="en-US" sz="1200" b="0" strike="noStrike" spc="-1">
                <a:solidFill>
                  <a:srgbClr val="000000"/>
                </a:solidFill>
                <a:latin typeface="Noto Serif CJK KR"/>
                <a:ea typeface="+mn-ea"/>
              </a:rPr>
              <a:t>3</a:t>
            </a:fld>
            <a:endParaRPr lang="en-US" sz="1200" b="0" strike="noStrike" spc="-1">
              <a:latin typeface="Noto Sans CJK K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Noto Sans CJK KR"/>
            </a:endParaRPr>
          </a:p>
        </p:txBody>
      </p:sp>
      <p:sp>
        <p:nvSpPr>
          <p:cNvPr id="398" name="TextShape 3"/>
          <p:cNvSpPr txBox="1"/>
          <p:nvPr/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D94443D3-343D-44AB-8BFA-67D76AC61A7A}" type="slidenum">
              <a:rPr lang="en-US" sz="1200" b="0" strike="noStrike" spc="-1">
                <a:solidFill>
                  <a:srgbClr val="000000"/>
                </a:solidFill>
                <a:latin typeface="맑은 고딕"/>
                <a:ea typeface="맑은 고딕"/>
              </a:rPr>
              <a:t>4</a:t>
            </a:fld>
            <a:endParaRPr lang="en-US" sz="1200" b="0" strike="noStrike" spc="-1">
              <a:latin typeface="Noto Serif CJK K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1"/>
          <p:cNvSpPr/>
          <p:nvPr/>
        </p:nvSpPr>
        <p:spPr>
          <a:xfrm>
            <a:off x="1611720" y="3429000"/>
            <a:ext cx="8974440" cy="0"/>
          </a:xfrm>
          <a:prstGeom prst="line">
            <a:avLst/>
          </a:prstGeom>
          <a:ln w="57240">
            <a:solidFill>
              <a:srgbClr val="0038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Google Shape;59;p14"/>
          <p:cNvPicPr/>
          <p:nvPr/>
        </p:nvPicPr>
        <p:blipFill>
          <a:blip r:embed="rId3"/>
          <a:stretch/>
        </p:blipFill>
        <p:spPr>
          <a:xfrm>
            <a:off x="9072360" y="90360"/>
            <a:ext cx="1252800" cy="426240"/>
          </a:xfrm>
          <a:prstGeom prst="rect">
            <a:avLst/>
          </a:prstGeom>
          <a:ln>
            <a:noFill/>
          </a:ln>
          <a:effectLst>
            <a:outerShdw blurRad="57150" dist="19080" dir="5400000" algn="bl" rotWithShape="0">
              <a:srgbClr val="000000">
                <a:alpha val="49000"/>
              </a:srgbClr>
            </a:outerShdw>
          </a:effectLst>
        </p:spPr>
      </p:pic>
      <p:sp>
        <p:nvSpPr>
          <p:cNvPr id="2" name="CustomShape 2"/>
          <p:cNvSpPr/>
          <p:nvPr/>
        </p:nvSpPr>
        <p:spPr>
          <a:xfrm rot="10800000" flipH="1">
            <a:off x="0" y="360"/>
            <a:ext cx="3462480" cy="1354320"/>
          </a:xfrm>
          <a:prstGeom prst="triangle">
            <a:avLst>
              <a:gd name="adj" fmla="val 0"/>
            </a:avLst>
          </a:prstGeom>
          <a:solidFill>
            <a:srgbClr val="00387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3"/>
          <p:cNvSpPr/>
          <p:nvPr/>
        </p:nvSpPr>
        <p:spPr>
          <a:xfrm rot="10800000" flipH="1">
            <a:off x="360" y="360"/>
            <a:ext cx="9240480" cy="789480"/>
          </a:xfrm>
          <a:prstGeom prst="triangle">
            <a:avLst>
              <a:gd name="adj" fmla="val 0"/>
            </a:avLst>
          </a:prstGeom>
          <a:solidFill>
            <a:srgbClr val="00387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4"/>
          <p:cNvSpPr/>
          <p:nvPr/>
        </p:nvSpPr>
        <p:spPr>
          <a:xfrm>
            <a:off x="0" y="6313320"/>
            <a:ext cx="9240480" cy="549360"/>
          </a:xfrm>
          <a:prstGeom prst="triangle">
            <a:avLst>
              <a:gd name="adj" fmla="val 0"/>
            </a:avLst>
          </a:prstGeom>
          <a:solidFill>
            <a:srgbClr val="00387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CustomShape 5"/>
          <p:cNvSpPr/>
          <p:nvPr/>
        </p:nvSpPr>
        <p:spPr>
          <a:xfrm flipH="1">
            <a:off x="5338440" y="4498200"/>
            <a:ext cx="6852960" cy="2359440"/>
          </a:xfrm>
          <a:prstGeom prst="triangle">
            <a:avLst>
              <a:gd name="adj" fmla="val 0"/>
            </a:avLst>
          </a:prstGeom>
          <a:solidFill>
            <a:srgbClr val="00387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" name="그림 9" descr="폰트, 스크린샷, 텍스트, 그래픽이(가) 표시된 사진&#10;&#10;자동 생성된 설명"/>
          <p:cNvPicPr/>
          <p:nvPr/>
        </p:nvPicPr>
        <p:blipFill>
          <a:blip r:embed="rId4"/>
          <a:stretch/>
        </p:blipFill>
        <p:spPr>
          <a:xfrm>
            <a:off x="10325520" y="12600"/>
            <a:ext cx="1814400" cy="581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0"/>
            <a:ext cx="2631960" cy="6857640"/>
          </a:xfrm>
          <a:prstGeom prst="rect">
            <a:avLst/>
          </a:prstGeom>
          <a:solidFill>
            <a:srgbClr val="00387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7" name="KM2lYPyP-Qm1kcXMIhfhiL0aTK_pHNYsOoK6DtvA3kDJ146slDx803hGC9-17Oj_EWGCG5fwmpqLCqImMggBYq4X_xyWJ2uIFRHvq36Qx1G7yKahaRJrw9XO6wcnAhBV7gI85bH1K4I.png" descr="KM2lYPyP-Qm1kcXMIhfhiL0aTK_pHNYsOoK6DtvA3kDJ146slDx803hGC9-17Oj_EWGCG5fwmpqLCqImMggBYq4X_xyWJ2uIFRHvq36Qx1G7yKahaRJrw9XO6wcnAhBV7gI85bH1K4I.png"/>
          <p:cNvPicPr/>
          <p:nvPr/>
        </p:nvPicPr>
        <p:blipFill>
          <a:blip r:embed="rId3"/>
          <a:stretch/>
        </p:blipFill>
        <p:spPr>
          <a:xfrm>
            <a:off x="164160" y="159840"/>
            <a:ext cx="573840" cy="573840"/>
          </a:xfrm>
          <a:prstGeom prst="rect">
            <a:avLst/>
          </a:prstGeom>
          <a:ln w="12600">
            <a:noFill/>
          </a:ln>
        </p:spPr>
      </p:pic>
      <p:grpSp>
        <p:nvGrpSpPr>
          <p:cNvPr id="49" name="Group 4"/>
          <p:cNvGrpSpPr/>
          <p:nvPr/>
        </p:nvGrpSpPr>
        <p:grpSpPr>
          <a:xfrm>
            <a:off x="4814280" y="1789403"/>
            <a:ext cx="5139720" cy="429433"/>
            <a:chOff x="4814280" y="1789403"/>
            <a:chExt cx="5139720" cy="429433"/>
          </a:xfrm>
        </p:grpSpPr>
        <p:sp>
          <p:nvSpPr>
            <p:cNvPr id="50" name="CustomShape 5"/>
            <p:cNvSpPr/>
            <p:nvPr/>
          </p:nvSpPr>
          <p:spPr>
            <a:xfrm>
              <a:off x="4814280" y="1802339"/>
              <a:ext cx="602640" cy="403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206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01</a:t>
              </a:r>
            </a:p>
          </p:txBody>
        </p:sp>
        <p:sp>
          <p:nvSpPr>
            <p:cNvPr id="51" name="CustomShape 6"/>
            <p:cNvSpPr/>
            <p:nvPr/>
          </p:nvSpPr>
          <p:spPr>
            <a:xfrm>
              <a:off x="5402880" y="1789403"/>
              <a:ext cx="4551120" cy="4294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marL="0" algn="l" defTabSz="914400" rtl="0" eaLnBrk="1" latinLnBrk="1" hangingPunct="1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Introduction</a:t>
              </a:r>
            </a:p>
          </p:txBody>
        </p:sp>
      </p:grpSp>
      <p:grpSp>
        <p:nvGrpSpPr>
          <p:cNvPr id="52" name="Group 7"/>
          <p:cNvGrpSpPr/>
          <p:nvPr/>
        </p:nvGrpSpPr>
        <p:grpSpPr>
          <a:xfrm>
            <a:off x="4814280" y="3647544"/>
            <a:ext cx="5139720" cy="429433"/>
            <a:chOff x="4814280" y="3647544"/>
            <a:chExt cx="5139720" cy="429433"/>
          </a:xfrm>
        </p:grpSpPr>
        <p:sp>
          <p:nvSpPr>
            <p:cNvPr id="53" name="CustomShape 8"/>
            <p:cNvSpPr/>
            <p:nvPr/>
          </p:nvSpPr>
          <p:spPr>
            <a:xfrm>
              <a:off x="4814280" y="3661020"/>
              <a:ext cx="602640" cy="402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206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03</a:t>
              </a:r>
            </a:p>
          </p:txBody>
        </p:sp>
        <p:sp>
          <p:nvSpPr>
            <p:cNvPr id="54" name="CustomShape 9"/>
            <p:cNvSpPr/>
            <p:nvPr/>
          </p:nvSpPr>
          <p:spPr>
            <a:xfrm>
              <a:off x="5402880" y="3647544"/>
              <a:ext cx="4551120" cy="4294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marL="0" algn="l" defTabSz="914400" rtl="0" eaLnBrk="1" latinLnBrk="1" hangingPunct="1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Experiments</a:t>
              </a:r>
            </a:p>
          </p:txBody>
        </p:sp>
      </p:grpSp>
      <p:grpSp>
        <p:nvGrpSpPr>
          <p:cNvPr id="55" name="Group 10"/>
          <p:cNvGrpSpPr/>
          <p:nvPr/>
        </p:nvGrpSpPr>
        <p:grpSpPr>
          <a:xfrm>
            <a:off x="4814280" y="4583904"/>
            <a:ext cx="4844880" cy="429433"/>
            <a:chOff x="4814280" y="4583904"/>
            <a:chExt cx="4844880" cy="429433"/>
          </a:xfrm>
        </p:grpSpPr>
        <p:sp>
          <p:nvSpPr>
            <p:cNvPr id="56" name="CustomShape 11"/>
            <p:cNvSpPr/>
            <p:nvPr/>
          </p:nvSpPr>
          <p:spPr>
            <a:xfrm>
              <a:off x="5402880" y="4583904"/>
              <a:ext cx="4256280" cy="4294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Discussion</a:t>
              </a:r>
            </a:p>
          </p:txBody>
        </p:sp>
        <p:sp>
          <p:nvSpPr>
            <p:cNvPr id="57" name="CustomShape 12"/>
            <p:cNvSpPr/>
            <p:nvPr/>
          </p:nvSpPr>
          <p:spPr>
            <a:xfrm>
              <a:off x="4814280" y="4597380"/>
              <a:ext cx="602640" cy="402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206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04</a:t>
              </a:r>
            </a:p>
          </p:txBody>
        </p:sp>
      </p:grpSp>
      <p:grpSp>
        <p:nvGrpSpPr>
          <p:cNvPr id="58" name="Group 13"/>
          <p:cNvGrpSpPr/>
          <p:nvPr/>
        </p:nvGrpSpPr>
        <p:grpSpPr>
          <a:xfrm>
            <a:off x="4814280" y="2711184"/>
            <a:ext cx="5139720" cy="429433"/>
            <a:chOff x="4814280" y="2711184"/>
            <a:chExt cx="5139720" cy="429433"/>
          </a:xfrm>
        </p:grpSpPr>
        <p:sp>
          <p:nvSpPr>
            <p:cNvPr id="59" name="CustomShape 14"/>
            <p:cNvSpPr/>
            <p:nvPr/>
          </p:nvSpPr>
          <p:spPr>
            <a:xfrm>
              <a:off x="4814280" y="2724660"/>
              <a:ext cx="602640" cy="402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206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02</a:t>
              </a:r>
            </a:p>
          </p:txBody>
        </p:sp>
        <p:sp>
          <p:nvSpPr>
            <p:cNvPr id="60" name="CustomShape 15"/>
            <p:cNvSpPr/>
            <p:nvPr/>
          </p:nvSpPr>
          <p:spPr>
            <a:xfrm>
              <a:off x="5402880" y="2711184"/>
              <a:ext cx="4551120" cy="4294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marL="0" algn="l" defTabSz="914400" rtl="0" eaLnBrk="1" latinLnBrk="1" hangingPunct="1">
                <a:lnSpc>
                  <a:spcPct val="100000"/>
                </a:lnSpc>
              </a:pPr>
              <a:r>
                <a:rPr lang="en-US" sz="2200" b="0" strike="noStrike" kern="1200" spc="-1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Method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0" y="0"/>
            <a:ext cx="12191760" cy="59832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Line 2"/>
          <p:cNvSpPr/>
          <p:nvPr/>
        </p:nvSpPr>
        <p:spPr>
          <a:xfrm>
            <a:off x="560520" y="6482160"/>
            <a:ext cx="11125080" cy="0"/>
          </a:xfrm>
          <a:prstGeom prst="line">
            <a:avLst/>
          </a:prstGeom>
          <a:ln w="1584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2" name="그림 10"/>
          <p:cNvPicPr/>
          <p:nvPr/>
        </p:nvPicPr>
        <p:blipFill>
          <a:blip r:embed="rId3"/>
          <a:stretch/>
        </p:blipFill>
        <p:spPr>
          <a:xfrm>
            <a:off x="10325520" y="12600"/>
            <a:ext cx="1814400" cy="581760"/>
          </a:xfrm>
          <a:prstGeom prst="rect">
            <a:avLst/>
          </a:prstGeom>
          <a:ln>
            <a:noFill/>
          </a:ln>
        </p:spPr>
      </p:pic>
      <p:pic>
        <p:nvPicPr>
          <p:cNvPr id="103" name="Google Shape;59;p14"/>
          <p:cNvPicPr/>
          <p:nvPr/>
        </p:nvPicPr>
        <p:blipFill>
          <a:blip r:embed="rId4"/>
          <a:stretch/>
        </p:blipFill>
        <p:spPr>
          <a:xfrm>
            <a:off x="9072360" y="86040"/>
            <a:ext cx="1252800" cy="426240"/>
          </a:xfrm>
          <a:prstGeom prst="rect">
            <a:avLst/>
          </a:prstGeom>
          <a:ln>
            <a:noFill/>
          </a:ln>
          <a:effectLst>
            <a:outerShdw blurRad="57150" dist="19080" dir="5400000" algn="bl" rotWithShape="0">
              <a:srgbClr val="000000">
                <a:alpha val="49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608359" y="2281227"/>
            <a:ext cx="8973720" cy="521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spc="-1" dirty="0" err="1">
                <a:solidFill>
                  <a:srgbClr val="000000"/>
                </a:solidFill>
                <a:latin typeface="페이퍼로지 9 Black" pitchFamily="2" charset="-127"/>
                <a:ea typeface="페이퍼로지 9 Black" pitchFamily="2" charset="-127"/>
              </a:rPr>
              <a:t>페이퍼로지</a:t>
            </a:r>
            <a:r>
              <a:rPr lang="ko-KR" altLang="en-US" sz="2800" spc="-1" dirty="0">
                <a:solidFill>
                  <a:srgbClr val="000000"/>
                </a:solidFill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 sz="2800" spc="-1" dirty="0">
                <a:solidFill>
                  <a:srgbClr val="000000"/>
                </a:solidFill>
                <a:latin typeface="페이퍼로지 9 Black" pitchFamily="2" charset="-127"/>
                <a:ea typeface="페이퍼로지 9 Black" pitchFamily="2" charset="-127"/>
              </a:rPr>
              <a:t>9 Black</a:t>
            </a:r>
            <a:endParaRPr lang="en-US" sz="2800" b="0" strike="noStrike" spc="-1" dirty="0">
              <a:solidFill>
                <a:srgbClr val="000000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93520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719210BA-7F39-4374-84D7-4A1B115022FC}" type="slidenum">
              <a:rPr lang="en-US" sz="1200" b="0" strike="noStrike" spc="-1">
                <a:solidFill>
                  <a:srgbClr val="8B8B8B"/>
                </a:solidFill>
                <a:latin typeface="페이퍼로지 5 Medium" pitchFamily="2" charset="-127"/>
                <a:ea typeface="페이퍼로지 5 Medium" pitchFamily="2" charset="-127"/>
              </a:rPr>
              <a:t>1</a:t>
            </a:fld>
            <a:endParaRPr lang="en-US" sz="1200" b="0" strike="noStrike" spc="-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1253880" y="0"/>
            <a:ext cx="9684000" cy="2139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 dirty="0">
                <a:solidFill>
                  <a:srgbClr val="003876"/>
                </a:solidFill>
                <a:latin typeface="페이퍼로지 5 Medium" pitchFamily="2" charset="-127"/>
                <a:ea typeface="페이퍼로지 5 Medium" pitchFamily="2" charset="-127"/>
              </a:rPr>
              <a:t>2024.10.08</a:t>
            </a:r>
            <a:endParaRPr lang="en-US" sz="800" b="0" strike="noStrike" spc="-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2" name="CustomShape 4"/>
          <p:cNvSpPr/>
          <p:nvPr/>
        </p:nvSpPr>
        <p:spPr>
          <a:xfrm>
            <a:off x="1567374" y="3624120"/>
            <a:ext cx="9055691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00" b="0" strike="noStrike" spc="-1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페이퍼로지</a:t>
            </a:r>
            <a:r>
              <a:rPr lang="ko-KR" altLang="en-US" sz="1400" b="0" strike="noStrike" spc="-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b="0" strike="noStrike" spc="-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5 Medium</a:t>
            </a:r>
          </a:p>
          <a:p>
            <a:pPr algn="ctr">
              <a:lnSpc>
                <a:spcPct val="100000"/>
              </a:lnSpc>
            </a:pPr>
            <a:r>
              <a:rPr lang="ko-KR" altLang="en-US" sz="1400" spc="-1" baseline="30000" dirty="0" err="1">
                <a:solidFill>
                  <a:srgbClr val="000000"/>
                </a:solidFill>
                <a:latin typeface="페이퍼로지 3 Light" pitchFamily="2" charset="-127"/>
                <a:ea typeface="페이퍼로지 3 Light" pitchFamily="2" charset="-127"/>
              </a:rPr>
              <a:t>페이퍼로지</a:t>
            </a:r>
            <a:r>
              <a:rPr lang="ko-KR" altLang="en-US" sz="1400" spc="-1" baseline="30000" dirty="0">
                <a:solidFill>
                  <a:srgbClr val="00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1400" spc="-1" baseline="30000" dirty="0">
                <a:solidFill>
                  <a:srgbClr val="000000"/>
                </a:solidFill>
                <a:latin typeface="페이퍼로지 3 Light" pitchFamily="2" charset="-127"/>
                <a:ea typeface="페이퍼로지 3 Light" pitchFamily="2" charset="-127"/>
              </a:rPr>
              <a:t>3 Light</a:t>
            </a:r>
            <a:endParaRPr lang="en-US" sz="1400" spc="-1" dirty="0">
              <a:solidFill>
                <a:srgbClr val="00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" name="CustomShape 4">
            <a:extLst>
              <a:ext uri="{FF2B5EF4-FFF2-40B4-BE49-F238E27FC236}">
                <a16:creationId xmlns:a16="http://schemas.microsoft.com/office/drawing/2014/main" id="{841A6FFE-EA39-D15B-3C21-6B7E4B9EB02C}"/>
              </a:ext>
            </a:extLst>
          </p:cNvPr>
          <p:cNvSpPr/>
          <p:nvPr/>
        </p:nvSpPr>
        <p:spPr>
          <a:xfrm>
            <a:off x="1567374" y="4275970"/>
            <a:ext cx="9055691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00" b="0" strike="noStrike" spc="-1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페이퍼로지</a:t>
            </a:r>
            <a:r>
              <a:rPr lang="ko-KR" altLang="en-US" sz="1400" b="0" strike="noStrike" spc="-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b="0" strike="noStrike" spc="-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5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735120" y="372600"/>
            <a:ext cx="7935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Contents</a:t>
            </a:r>
            <a:endParaRPr lang="en-US" sz="1800" b="0" strike="noStrike" spc="-1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94" name="TextShape 2"/>
          <p:cNvSpPr txBox="1"/>
          <p:nvPr/>
        </p:nvSpPr>
        <p:spPr>
          <a:xfrm>
            <a:off x="9352080" y="6356520"/>
            <a:ext cx="2742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defPPr>
              <a:defRPr lang="ko-KR"/>
            </a:defPPr>
            <a:lvl1pPr algn="r">
              <a:defRPr sz="1200" spc="-1">
                <a:solidFill>
                  <a:srgbClr val="8B8B8B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fld id="{4956AFAD-3450-437A-B69D-F714D83179D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6" name="CustomShape 2"/>
          <p:cNvSpPr/>
          <p:nvPr/>
        </p:nvSpPr>
        <p:spPr>
          <a:xfrm>
            <a:off x="738720" y="161280"/>
            <a:ext cx="7648920" cy="25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 dirty="0">
                <a:latin typeface="페이퍼로지 6 SemiBold" pitchFamily="2" charset="-127"/>
                <a:ea typeface="페이퍼로지 6 SemiBold" pitchFamily="2" charset="-127"/>
              </a:rPr>
              <a:t>Blah </a:t>
            </a:r>
            <a:r>
              <a:rPr lang="en-US" sz="1100" b="0" strike="noStrike" spc="-1" dirty="0" err="1">
                <a:latin typeface="페이퍼로지 6 SemiBold" pitchFamily="2" charset="-127"/>
                <a:ea typeface="페이퍼로지 6 SemiBold" pitchFamily="2" charset="-127"/>
              </a:rPr>
              <a:t>BLah</a:t>
            </a:r>
            <a:endParaRPr lang="en-US" sz="1100" b="0" strike="noStrike" spc="-1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2"/>
          <p:cNvSpPr/>
          <p:nvPr/>
        </p:nvSpPr>
        <p:spPr>
          <a:xfrm>
            <a:off x="203040" y="105480"/>
            <a:ext cx="3470400" cy="39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</a:rPr>
              <a:t>Introduction</a:t>
            </a:r>
            <a:endParaRPr lang="en-US" sz="3200" b="0" strike="noStrike" spc="-1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97" name="CustomShape 3"/>
          <p:cNvSpPr/>
          <p:nvPr/>
        </p:nvSpPr>
        <p:spPr>
          <a:xfrm>
            <a:off x="93520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/>
            <a:fld id="{E67309E0-282E-4214-8C09-5C6BB8D224B4}" type="slidenum">
              <a:rPr lang="en-US" sz="1200" spc="-1" smtClean="0">
                <a:solidFill>
                  <a:srgbClr val="8B8B8B"/>
                </a:solidFill>
                <a:latin typeface="페이퍼로지 5 Medium" pitchFamily="2" charset="-127"/>
                <a:ea typeface="페이퍼로지 5 Medium" pitchFamily="2" charset="-127"/>
              </a:rPr>
              <a:pPr algn="r"/>
              <a:t>3</a:t>
            </a:fld>
            <a:endParaRPr lang="en-US" sz="1200" spc="-1" dirty="0">
              <a:solidFill>
                <a:srgbClr val="8B8B8B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8" name="CustomShape 4"/>
          <p:cNvSpPr/>
          <p:nvPr/>
        </p:nvSpPr>
        <p:spPr>
          <a:xfrm>
            <a:off x="201240" y="708120"/>
            <a:ext cx="11808720" cy="39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" normalizeH="0" baseline="0" noProof="0" dirty="0">
                <a:ln>
                  <a:noFill/>
                </a:ln>
                <a:solidFill>
                  <a:srgbClr val="003876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TL;DR</a:t>
            </a:r>
            <a:endParaRPr kumimoji="0" lang="en-US" altLang="ko-KR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9" name="CustomShape 5"/>
          <p:cNvSpPr/>
          <p:nvPr/>
        </p:nvSpPr>
        <p:spPr>
          <a:xfrm>
            <a:off x="619920" y="1310400"/>
            <a:ext cx="10972080" cy="2174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118800" indent="-285480">
              <a:lnSpc>
                <a:spcPct val="2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400" spc="-1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Blah blah blah</a:t>
            </a:r>
          </a:p>
          <a:p>
            <a:pPr marL="118800" indent="-285480">
              <a:lnSpc>
                <a:spcPct val="2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altLang="ko-KR" sz="1400" spc="-1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Blah blah blah</a:t>
            </a:r>
          </a:p>
          <a:p>
            <a:pPr marL="118800" indent="-285480">
              <a:lnSpc>
                <a:spcPct val="2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altLang="ko-KR" sz="1400" spc="-1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Blah blah blah</a:t>
            </a:r>
          </a:p>
          <a:p>
            <a:pPr marL="118800" indent="-285480">
              <a:lnSpc>
                <a:spcPct val="2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altLang="ko-KR" sz="1400" spc="-1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Blah blah blah</a:t>
            </a:r>
          </a:p>
          <a:p>
            <a:pPr marL="118800" indent="-285480">
              <a:lnSpc>
                <a:spcPct val="200000"/>
              </a:lnSpc>
              <a:buClr>
                <a:srgbClr val="000000"/>
              </a:buClr>
              <a:buFont typeface="Wingdings" charset="2"/>
              <a:buChar char=""/>
            </a:pPr>
            <a:endParaRPr lang="en-US" sz="1400" spc="-1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CustomShape 7">
            <a:extLst>
              <a:ext uri="{FF2B5EF4-FFF2-40B4-BE49-F238E27FC236}">
                <a16:creationId xmlns:a16="http://schemas.microsoft.com/office/drawing/2014/main" id="{0F1811AC-B2AD-6F32-698B-F7426C12B99C}"/>
              </a:ext>
            </a:extLst>
          </p:cNvPr>
          <p:cNvSpPr/>
          <p:nvPr/>
        </p:nvSpPr>
        <p:spPr>
          <a:xfrm>
            <a:off x="619920" y="6488424"/>
            <a:ext cx="10911450" cy="2964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800" b="0" strike="noStrike" spc="-1" dirty="0">
                <a:solidFill>
                  <a:srgbClr val="000000"/>
                </a:solidFill>
                <a:latin typeface="페이퍼로지 1 Thin" pitchFamily="2" charset="-127"/>
                <a:ea typeface="페이퍼로지 1 Thin" pitchFamily="2" charset="-127"/>
              </a:rPr>
              <a:t>Kumari, Nupur, et al. "Multi-concept customization of text-to-image diffusion." Proceedings of the IEEE/CVF Conference on Computer Vision and Pattern Recognition, 2023.</a:t>
            </a:r>
            <a:endParaRPr lang="en-US" sz="800" b="0" strike="noStrike" spc="-1" dirty="0">
              <a:latin typeface="페이퍼로지 1 Thin" pitchFamily="2" charset="-127"/>
              <a:ea typeface="페이퍼로지 1 Thin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그림 2"/>
          <p:cNvPicPr/>
          <p:nvPr/>
        </p:nvPicPr>
        <p:blipFill>
          <a:blip r:embed="rId4"/>
          <a:stretch/>
        </p:blipFill>
        <p:spPr>
          <a:xfrm>
            <a:off x="5195160" y="2322000"/>
            <a:ext cx="1801080" cy="36360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 prstMaterial="plastic"/>
        </p:spPr>
      </p:pic>
      <p:sp>
        <p:nvSpPr>
          <p:cNvPr id="334" name="CustomShape 1"/>
          <p:cNvSpPr/>
          <p:nvPr/>
        </p:nvSpPr>
        <p:spPr>
          <a:xfrm>
            <a:off x="3343320" y="2864880"/>
            <a:ext cx="550476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" sz="1200" b="0" strike="noStrike" spc="-1" dirty="0">
                <a:solidFill>
                  <a:srgbClr val="FFFFFF"/>
                </a:solidFill>
                <a:latin typeface="Times New Roman"/>
                <a:ea typeface="맑은 고딕"/>
              </a:rPr>
              <a:t>With the Love of God, Free Humankind from Disease and Suffering</a:t>
            </a:r>
            <a:endParaRPr lang="en-US" sz="1200" b="0" strike="noStrike" spc="-1" dirty="0">
              <a:latin typeface="Noto Sans CJK KR"/>
            </a:endParaRPr>
          </a:p>
        </p:txBody>
      </p:sp>
      <p:sp>
        <p:nvSpPr>
          <p:cNvPr id="335" name="CustomShape 2"/>
          <p:cNvSpPr/>
          <p:nvPr/>
        </p:nvSpPr>
        <p:spPr>
          <a:xfrm>
            <a:off x="5190480" y="3267720"/>
            <a:ext cx="1810440" cy="402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sz="2100" b="0" strike="noStrike" spc="-52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감사합니다</a:t>
            </a:r>
            <a:endParaRPr lang="en-US" sz="2100" b="0" strike="noStrike" spc="-1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39437</TotalTime>
  <Words>82</Words>
  <Application>Microsoft Office PowerPoint</Application>
  <PresentationFormat>와이드스크린</PresentationFormat>
  <Paragraphs>23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20" baseType="lpstr">
      <vt:lpstr>페이퍼로지 1 Thin</vt:lpstr>
      <vt:lpstr>맑은 고딕</vt:lpstr>
      <vt:lpstr>페이퍼로지 9 Black</vt:lpstr>
      <vt:lpstr>Times New Roman</vt:lpstr>
      <vt:lpstr>Wingdings</vt:lpstr>
      <vt:lpstr>페이퍼로지 3 Light</vt:lpstr>
      <vt:lpstr>Noto Sans CJK KR</vt:lpstr>
      <vt:lpstr>Arial</vt:lpstr>
      <vt:lpstr>페이퍼로지 5 Medium</vt:lpstr>
      <vt:lpstr>페이퍼로지 6 SemiBold</vt:lpstr>
      <vt:lpstr>Noto Serif CJK KR</vt:lpstr>
      <vt:lpstr>페이퍼로지 4 Regular</vt:lpstr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정소현(휴먼기계바이오공학부)</dc:creator>
  <dc:description/>
  <cp:lastModifiedBy>Hyun Do Jung</cp:lastModifiedBy>
  <cp:revision>1971</cp:revision>
  <dcterms:created xsi:type="dcterms:W3CDTF">2021-01-25T07:50:37Z</dcterms:created>
  <dcterms:modified xsi:type="dcterms:W3CDTF">2024-10-09T09:51:07Z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21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